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65" r:id="rId5"/>
    <p:sldId id="267" r:id="rId6"/>
    <p:sldId id="268" r:id="rId7"/>
    <p:sldId id="266" r:id="rId8"/>
    <p:sldId id="269" r:id="rId9"/>
    <p:sldId id="270" r:id="rId10"/>
    <p:sldId id="271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956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74293" y="2007235"/>
            <a:ext cx="6530340" cy="1427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10667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8221" y="1062354"/>
            <a:ext cx="4019550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292" y="2007235"/>
            <a:ext cx="8598308" cy="213584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4600" b="1" dirty="0">
                <a:latin typeface="Arial"/>
                <a:cs typeface="Arial"/>
              </a:rPr>
              <a:t>Мобильное приложение для стоматологической клиники «</a:t>
            </a:r>
            <a:r>
              <a:rPr lang="en-US" sz="4600" b="1" dirty="0">
                <a:latin typeface="Arial"/>
                <a:cs typeface="Arial"/>
              </a:rPr>
              <a:t>DentalApp</a:t>
            </a:r>
            <a:r>
              <a:rPr lang="ru-RU" sz="4600" b="1" dirty="0">
                <a:latin typeface="Arial"/>
                <a:cs typeface="Arial"/>
              </a:rPr>
              <a:t>»</a:t>
            </a:r>
            <a:endParaRPr sz="46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10000" y="5334000"/>
            <a:ext cx="7719059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95"/>
              </a:spcBef>
            </a:pPr>
            <a:r>
              <a:rPr lang="ru-RU" sz="2400" b="1" spc="-10" dirty="0">
                <a:latin typeface="Arial"/>
                <a:cs typeface="Arial"/>
              </a:rPr>
              <a:t>Автор: Дряхлова Алёна,</a:t>
            </a:r>
            <a:br>
              <a:rPr lang="ru-RU" sz="2400" b="1" spc="-10" dirty="0">
                <a:latin typeface="Arial"/>
                <a:cs typeface="Arial"/>
              </a:rPr>
            </a:br>
            <a:r>
              <a:rPr lang="ru-RU" sz="2400" b="1" spc="-10" dirty="0">
                <a:latin typeface="Arial"/>
                <a:cs typeface="Arial"/>
              </a:rPr>
              <a:t>группа 409ИС-22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91253" y="286258"/>
            <a:ext cx="72574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МДК</a:t>
            </a:r>
            <a:r>
              <a:rPr sz="2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01.03.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Разработка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мобильных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приложений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26F3DF-0612-49A2-F7D6-EE256053C243}"/>
              </a:ext>
            </a:extLst>
          </p:cNvPr>
          <p:cNvSpPr txBox="1"/>
          <p:nvPr/>
        </p:nvSpPr>
        <p:spPr>
          <a:xfrm>
            <a:off x="5181600" y="228600"/>
            <a:ext cx="4022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600" b="1" dirty="0">
                <a:latin typeface="Arial"/>
                <a:cs typeface="Arial"/>
              </a:rPr>
              <a:t>Цель проекта</a:t>
            </a:r>
            <a:endParaRPr lang="ru-RU" sz="3600"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D77A80-E2C8-C554-A59F-3513A4AB1E0B}"/>
              </a:ext>
            </a:extLst>
          </p:cNvPr>
          <p:cNvSpPr txBox="1"/>
          <p:nvPr/>
        </p:nvSpPr>
        <p:spPr>
          <a:xfrm>
            <a:off x="609600" y="1219200"/>
            <a:ext cx="96774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Повышение удобства взаимодействия пациентов со стоматологической клиникой:</a:t>
            </a:r>
            <a:b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• Онлайн-запись</a:t>
            </a:r>
            <a:b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• Просмотр услуг</a:t>
            </a:r>
            <a:b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• Выбор врача</a:t>
            </a:r>
            <a:b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• Акции</a:t>
            </a:r>
            <a:b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• Управление профилем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600BB-2896-E9B4-5CE2-6A7F9FFF9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E45F6D-B75F-D8FD-AD35-8266DA2839A1}"/>
              </a:ext>
            </a:extLst>
          </p:cNvPr>
          <p:cNvSpPr txBox="1"/>
          <p:nvPr/>
        </p:nvSpPr>
        <p:spPr>
          <a:xfrm>
            <a:off x="3352800" y="228600"/>
            <a:ext cx="8710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600" b="1" dirty="0">
                <a:latin typeface="Arial"/>
                <a:cs typeface="Arial"/>
              </a:rPr>
              <a:t>Основные возможности приложения</a:t>
            </a:r>
            <a:endParaRPr lang="ru-RU" sz="3600"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9BDDA1-0B2E-A487-C8EF-D78C3DBED449}"/>
              </a:ext>
            </a:extLst>
          </p:cNvPr>
          <p:cNvSpPr txBox="1"/>
          <p:nvPr/>
        </p:nvSpPr>
        <p:spPr>
          <a:xfrm>
            <a:off x="609600" y="1219200"/>
            <a:ext cx="9677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• Регистрация/вход</a:t>
            </a:r>
          </a:p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• Профиль пациента</a:t>
            </a:r>
          </a:p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• Акции клиники</a:t>
            </a:r>
          </a:p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• Запись на приём (перенос/отмена)</a:t>
            </a:r>
          </a:p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• Чат-бот для вопросов</a:t>
            </a:r>
          </a:p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• Информация о клинике</a:t>
            </a:r>
          </a:p>
        </p:txBody>
      </p:sp>
    </p:spTree>
    <p:extLst>
      <p:ext uri="{BB962C8B-B14F-4D97-AF65-F5344CB8AC3E}">
        <p14:creationId xmlns:p14="http://schemas.microsoft.com/office/powerpoint/2010/main" val="4072266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91E3C-6D40-D2CD-DAB9-5BDCA839C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1AEBE1-7EE8-385B-DB21-28DA33D936D4}"/>
              </a:ext>
            </a:extLst>
          </p:cNvPr>
          <p:cNvSpPr txBox="1"/>
          <p:nvPr/>
        </p:nvSpPr>
        <p:spPr>
          <a:xfrm>
            <a:off x="4191000" y="228600"/>
            <a:ext cx="8710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600" b="1" dirty="0">
                <a:latin typeface="Arial"/>
                <a:cs typeface="Arial"/>
              </a:rPr>
              <a:t>Архитектура проекта</a:t>
            </a:r>
            <a:endParaRPr lang="ru-RU" sz="3600"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76D1D9-D859-2BEA-5624-EB2730C5F52E}"/>
              </a:ext>
            </a:extLst>
          </p:cNvPr>
          <p:cNvSpPr txBox="1"/>
          <p:nvPr/>
        </p:nvSpPr>
        <p:spPr>
          <a:xfrm>
            <a:off x="609600" y="1219200"/>
            <a:ext cx="96774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Android (Kotlin) → Firebase: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Auth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Firestore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Структура данных: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users, doctors, services, promotions, appointments.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381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5330F-A61C-15A0-DB25-25F08C4A7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B5BE57-54FC-5B7A-52A8-7B434FEBC41A}"/>
              </a:ext>
            </a:extLst>
          </p:cNvPr>
          <p:cNvSpPr txBox="1"/>
          <p:nvPr/>
        </p:nvSpPr>
        <p:spPr>
          <a:xfrm>
            <a:off x="4191000" y="228600"/>
            <a:ext cx="8710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600" b="1" dirty="0">
                <a:latin typeface="Arial"/>
                <a:cs typeface="Arial"/>
              </a:rPr>
              <a:t>Экран «Авторизация»</a:t>
            </a:r>
            <a:endParaRPr lang="ru-RU" sz="3600"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3A24FB-539B-E8A9-2766-46505F2FFDE7}"/>
              </a:ext>
            </a:extLst>
          </p:cNvPr>
          <p:cNvSpPr txBox="1"/>
          <p:nvPr/>
        </p:nvSpPr>
        <p:spPr>
          <a:xfrm>
            <a:off x="4267200" y="2057400"/>
            <a:ext cx="96774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Почта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Email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Пароль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Кнопка «Войти»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Функция «Забыли пароль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Функция регистрации</a:t>
            </a:r>
          </a:p>
          <a:p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7409FBB-9434-4449-D2F2-37D98CE343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5" t="176" b="176"/>
          <a:stretch>
            <a:fillRect/>
          </a:stretch>
        </p:blipFill>
        <p:spPr>
          <a:xfrm>
            <a:off x="1219200" y="1219200"/>
            <a:ext cx="2446037" cy="543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105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63280-3BB2-D4BB-E767-D337A6D3E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9AC32B-0F54-9A1E-33D1-BE90AEDB5F9A}"/>
              </a:ext>
            </a:extLst>
          </p:cNvPr>
          <p:cNvSpPr txBox="1"/>
          <p:nvPr/>
        </p:nvSpPr>
        <p:spPr>
          <a:xfrm>
            <a:off x="4191000" y="228600"/>
            <a:ext cx="8710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600" b="1" dirty="0">
                <a:latin typeface="Arial"/>
                <a:cs typeface="Arial"/>
              </a:rPr>
              <a:t>Экран «Регистрация»</a:t>
            </a:r>
            <a:endParaRPr lang="ru-RU" sz="3600"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239873-222F-F706-11C1-B443B9C6A13D}"/>
              </a:ext>
            </a:extLst>
          </p:cNvPr>
          <p:cNvSpPr txBox="1"/>
          <p:nvPr/>
        </p:nvSpPr>
        <p:spPr>
          <a:xfrm>
            <a:off x="3200400" y="1600200"/>
            <a:ext cx="9677400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ФИО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Дата рождения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Почта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Email</a:t>
            </a:r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Номер телефона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Пароль и его подтверждение</a:t>
            </a:r>
          </a:p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• Кнопка «Зарегистрироваться»</a:t>
            </a:r>
          </a:p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• Функция «Уже есть аккаунт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Войти»</a:t>
            </a:r>
          </a:p>
          <a:p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0F7AE77-AF6F-E3CA-7F4D-A8B1DDDEC4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2" r="1"/>
          <a:stretch>
            <a:fillRect/>
          </a:stretch>
        </p:blipFill>
        <p:spPr>
          <a:xfrm>
            <a:off x="854242" y="1250251"/>
            <a:ext cx="2346158" cy="524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423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73BD0-7AB1-040A-5307-CE5CDA286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1E0A20-00C5-F392-343A-94076CEC607E}"/>
              </a:ext>
            </a:extLst>
          </p:cNvPr>
          <p:cNvSpPr txBox="1"/>
          <p:nvPr/>
        </p:nvSpPr>
        <p:spPr>
          <a:xfrm>
            <a:off x="4191000" y="228600"/>
            <a:ext cx="8710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600" b="1" dirty="0">
                <a:latin typeface="Arial"/>
                <a:cs typeface="Arial"/>
              </a:rPr>
              <a:t>Главный экран Пользователя</a:t>
            </a:r>
            <a:endParaRPr lang="ru-RU" sz="3600" dirty="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BBDB04-74DE-8ACC-70C0-D9FDB973E9EE}"/>
              </a:ext>
            </a:extLst>
          </p:cNvPr>
          <p:cNvSpPr txBox="1"/>
          <p:nvPr/>
        </p:nvSpPr>
        <p:spPr>
          <a:xfrm>
            <a:off x="3962400" y="2743200"/>
            <a:ext cx="644892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• Приветствие</a:t>
            </a:r>
          </a:p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• Ближайший визит</a:t>
            </a:r>
          </a:p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• Кнопки навигации</a:t>
            </a:r>
          </a:p>
        </p:txBody>
      </p:sp>
      <p:pic>
        <p:nvPicPr>
          <p:cNvPr id="11" name="Рисунок 10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E93C7E1-9599-BAC1-BC66-084F20EFA4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6" t="351" r="-1"/>
          <a:stretch>
            <a:fillRect/>
          </a:stretch>
        </p:blipFill>
        <p:spPr>
          <a:xfrm>
            <a:off x="990600" y="1219200"/>
            <a:ext cx="2426105" cy="547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016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CE210-1A7C-4857-6E50-9E9EEFC04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3C9EE1-1C04-316A-CAFC-5410442A450E}"/>
              </a:ext>
            </a:extLst>
          </p:cNvPr>
          <p:cNvSpPr txBox="1"/>
          <p:nvPr/>
        </p:nvSpPr>
        <p:spPr>
          <a:xfrm>
            <a:off x="4191000" y="228600"/>
            <a:ext cx="8710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600" b="1" dirty="0">
                <a:latin typeface="Arial"/>
                <a:cs typeface="Arial"/>
              </a:rPr>
              <a:t>Экран «Запись на приём»</a:t>
            </a:r>
            <a:endParaRPr lang="ru-RU" sz="3600" dirty="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B58389-3456-ADA0-346B-455B0971398C}"/>
              </a:ext>
            </a:extLst>
          </p:cNvPr>
          <p:cNvSpPr txBox="1"/>
          <p:nvPr/>
        </p:nvSpPr>
        <p:spPr>
          <a:xfrm>
            <a:off x="4038600" y="2013108"/>
            <a:ext cx="644892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• Выбор услуги</a:t>
            </a:r>
          </a:p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• Выбор врача</a:t>
            </a:r>
          </a:p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• Выбор даты</a:t>
            </a:r>
          </a:p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• Выбор времени</a:t>
            </a:r>
          </a:p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• Кнопки «Записаться»</a:t>
            </a:r>
          </a:p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• Функция «Назад»</a:t>
            </a:r>
          </a:p>
        </p:txBody>
      </p:sp>
      <p:pic>
        <p:nvPicPr>
          <p:cNvPr id="3" name="Рисунок 2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8A448F1-88C3-0014-BC59-28661E5CC6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5"/>
          <a:stretch>
            <a:fillRect/>
          </a:stretch>
        </p:blipFill>
        <p:spPr>
          <a:xfrm>
            <a:off x="685800" y="1295400"/>
            <a:ext cx="2334027" cy="522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816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97C8F-93CC-7986-51D1-B19A5198D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D73155-6A65-0568-4F93-462B825FE7AA}"/>
              </a:ext>
            </a:extLst>
          </p:cNvPr>
          <p:cNvSpPr txBox="1"/>
          <p:nvPr/>
        </p:nvSpPr>
        <p:spPr>
          <a:xfrm>
            <a:off x="4191000" y="228600"/>
            <a:ext cx="8710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600" b="1" dirty="0">
                <a:latin typeface="Arial"/>
                <a:cs typeface="Arial"/>
              </a:rPr>
              <a:t>Экран «Акции»</a:t>
            </a:r>
            <a:endParaRPr lang="ru-RU" sz="3600" dirty="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3125C1-1FA2-DEB6-35B5-9FE1960FA2EE}"/>
              </a:ext>
            </a:extLst>
          </p:cNvPr>
          <p:cNvSpPr txBox="1"/>
          <p:nvPr/>
        </p:nvSpPr>
        <p:spPr>
          <a:xfrm>
            <a:off x="0" y="3424957"/>
            <a:ext cx="64489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• Актуальные акции</a:t>
            </a:r>
          </a:p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• Функция «Назад»</a:t>
            </a:r>
          </a:p>
        </p:txBody>
      </p:sp>
      <p:pic>
        <p:nvPicPr>
          <p:cNvPr id="5" name="Рисунок 4" descr="Изображение выглядит как текст, Зуб, снимок экрана, стяж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0421799-AD56-7786-1D4C-53B6B32A4E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6" r="1"/>
          <a:stretch>
            <a:fillRect/>
          </a:stretch>
        </p:blipFill>
        <p:spPr>
          <a:xfrm>
            <a:off x="3581400" y="1295400"/>
            <a:ext cx="2356671" cy="5265360"/>
          </a:xfrm>
          <a:prstGeom prst="rect">
            <a:avLst/>
          </a:prstGeom>
        </p:spPr>
      </p:pic>
      <p:pic>
        <p:nvPicPr>
          <p:cNvPr id="7" name="Рисунок 6" descr="Изображение выглядит как снимок экрана, текст, Зуб, зубы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92F9D2C-712C-D7FB-FD66-2505D0916E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8" r="-1"/>
          <a:stretch>
            <a:fillRect/>
          </a:stretch>
        </p:blipFill>
        <p:spPr>
          <a:xfrm>
            <a:off x="6083967" y="1295400"/>
            <a:ext cx="2356671" cy="52577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763634A-5C56-3B76-4771-1D5703631467}"/>
              </a:ext>
            </a:extLst>
          </p:cNvPr>
          <p:cNvSpPr txBox="1"/>
          <p:nvPr/>
        </p:nvSpPr>
        <p:spPr>
          <a:xfrm>
            <a:off x="3508451" y="6508621"/>
            <a:ext cx="25025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Экран Пользователя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953A3C-FDDE-7FFD-BC1E-29B73F7619FD}"/>
              </a:ext>
            </a:extLst>
          </p:cNvPr>
          <p:cNvSpPr txBox="1"/>
          <p:nvPr/>
        </p:nvSpPr>
        <p:spPr>
          <a:xfrm>
            <a:off x="5938071" y="6508621"/>
            <a:ext cx="6737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Экран Администратора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3F83B1-F380-E73A-D386-E2749E9ADBF7}"/>
              </a:ext>
            </a:extLst>
          </p:cNvPr>
          <p:cNvSpPr txBox="1"/>
          <p:nvPr/>
        </p:nvSpPr>
        <p:spPr>
          <a:xfrm>
            <a:off x="8513587" y="2800865"/>
            <a:ext cx="352276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• Добавить акцию</a:t>
            </a:r>
          </a:p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• Актуальные акции</a:t>
            </a:r>
          </a:p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• Редактирование/</a:t>
            </a:r>
          </a:p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удаление акции</a:t>
            </a:r>
          </a:p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• Функция «Назад»</a:t>
            </a:r>
          </a:p>
        </p:txBody>
      </p:sp>
    </p:spTree>
    <p:extLst>
      <p:ext uri="{BB962C8B-B14F-4D97-AF65-F5344CB8AC3E}">
        <p14:creationId xmlns:p14="http://schemas.microsoft.com/office/powerpoint/2010/main" val="1381439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B29C0-0C26-BE67-A464-1E8616304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2935AD-F35C-9C3C-25EF-FB544E4BC969}"/>
              </a:ext>
            </a:extLst>
          </p:cNvPr>
          <p:cNvSpPr txBox="1"/>
          <p:nvPr/>
        </p:nvSpPr>
        <p:spPr>
          <a:xfrm>
            <a:off x="4419600" y="228600"/>
            <a:ext cx="8710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600" b="1" dirty="0">
                <a:latin typeface="Arial"/>
                <a:cs typeface="Arial"/>
              </a:rPr>
              <a:t>Итоги проекта</a:t>
            </a:r>
            <a:endParaRPr lang="ru-RU" sz="3600"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1FF889-8D84-2350-25E8-9663972ECA65}"/>
              </a:ext>
            </a:extLst>
          </p:cNvPr>
          <p:cNvSpPr txBox="1"/>
          <p:nvPr/>
        </p:nvSpPr>
        <p:spPr>
          <a:xfrm>
            <a:off x="609600" y="1219200"/>
            <a:ext cx="9677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Приложение полностью работает и готово к демонстрации.</a:t>
            </a:r>
          </a:p>
        </p:txBody>
      </p:sp>
      <p:pic>
        <p:nvPicPr>
          <p:cNvPr id="3" name="Рисунок 2" descr="Изображение выглядит как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02E0CBE-277D-BBB4-FFF1-F5F74F2DD6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95" t="7966" r="12930" b="17721"/>
          <a:stretch>
            <a:fillRect/>
          </a:stretch>
        </p:blipFill>
        <p:spPr>
          <a:xfrm>
            <a:off x="9334500" y="2476500"/>
            <a:ext cx="1905000" cy="1905000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Шрифт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02F9124-94A9-FDD9-1AC2-B5ADF6BC6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63" y="2709762"/>
            <a:ext cx="7754432" cy="14384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86A23FA-F372-E869-B7B3-3CECE076D5D7}"/>
              </a:ext>
            </a:extLst>
          </p:cNvPr>
          <p:cNvSpPr txBox="1"/>
          <p:nvPr/>
        </p:nvSpPr>
        <p:spPr>
          <a:xfrm>
            <a:off x="2057400" y="3946029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Проект загружен на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B7F387-AE73-E9BE-20A2-BCB24DDC2064}"/>
              </a:ext>
            </a:extLst>
          </p:cNvPr>
          <p:cNvSpPr txBox="1"/>
          <p:nvPr/>
        </p:nvSpPr>
        <p:spPr>
          <a:xfrm>
            <a:off x="8727406" y="4381500"/>
            <a:ext cx="31191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Мобильное приложение «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DentalApp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1712176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</TotalTime>
  <Words>254</Words>
  <Application>Microsoft Office PowerPoint</Application>
  <PresentationFormat>Широкоэкранный</PresentationFormat>
  <Paragraphs>60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Alena Dryakhlova</dc:creator>
  <cp:lastModifiedBy>Alena Dryakhlova</cp:lastModifiedBy>
  <cp:revision>13</cp:revision>
  <dcterms:created xsi:type="dcterms:W3CDTF">2025-12-11T08:46:12Z</dcterms:created>
  <dcterms:modified xsi:type="dcterms:W3CDTF">2025-12-12T10:36:11Z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2025-12-11T00:00:00Z</vt:filetime>
  </property>
  <property fmtid="{D5CDD505-2E9C-101B-9397-08002B2CF9AE}" pid="5" name="Producer">
    <vt:lpwstr>Microsoft® PowerPoint® 2019</vt:lpwstr>
  </property>
</Properties>
</file>